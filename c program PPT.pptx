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67" r:id="rId4"/>
    <p:sldId id="258" r:id="rId5"/>
    <p:sldId id="266" r:id="rId6"/>
    <p:sldId id="268" r:id="rId7"/>
    <p:sldId id="262" r:id="rId8"/>
    <p:sldId id="260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64905-0FF0-440A-89BC-FFDD5C72DE8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3B22F-CF55-46DE-B6EE-20DD27A724B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53913" y="1768387"/>
            <a:ext cx="7757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Banking Ledger System with Automated Interest Calculation</a:t>
            </a:r>
          </a:p>
        </p:txBody>
      </p:sp>
      <p:pic>
        <p:nvPicPr>
          <p:cNvPr id="9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334624"/>
            <a:ext cx="1358970" cy="1219201"/>
          </a:xfrm>
          <a:prstGeom prst="rect">
            <a:avLst/>
          </a:prstGeom>
        </p:spPr>
      </p:pic>
      <p:pic>
        <p:nvPicPr>
          <p:cNvPr id="11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5670" y="334624"/>
            <a:ext cx="1358970" cy="13882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07360" y="522556"/>
            <a:ext cx="6177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b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Chennai-602105.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4469199"/>
            <a:ext cx="6177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Gayathri B R(192521330)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Nanditha S(192412467)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P V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Karishmika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(192511453)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3120" y="4468978"/>
            <a:ext cx="436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1800" b="1" spc="-10" dirty="0">
                <a:latin typeface="Times New Roman" panose="02020603050405020304"/>
                <a:cs typeface="Times New Roman" panose="02020603050405020304"/>
              </a:rPr>
              <a:t>Supervisor:</a:t>
            </a:r>
            <a:br>
              <a:rPr lang="en-IN" sz="1800" b="1" spc="-10" dirty="0">
                <a:latin typeface="Times New Roman" panose="02020603050405020304"/>
                <a:cs typeface="Times New Roman" panose="02020603050405020304"/>
              </a:rPr>
            </a:br>
            <a:r>
              <a:rPr lang="en-IN" sz="1800" b="1" spc="-10" dirty="0">
                <a:latin typeface="Times New Roman" panose="02020603050405020304"/>
                <a:cs typeface="Times New Roman" panose="02020603050405020304"/>
              </a:rPr>
              <a:t>                      </a:t>
            </a: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Dr. V. Karpagam</a:t>
            </a:r>
            <a:endParaRPr lang="en-US" altLang="en-IN" sz="18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0F2C2-2EA5-8E9D-EA8D-8118FD9A1ECB}"/>
              </a:ext>
            </a:extLst>
          </p:cNvPr>
          <p:cNvSpPr txBox="1"/>
          <p:nvPr/>
        </p:nvSpPr>
        <p:spPr>
          <a:xfrm>
            <a:off x="4704273" y="2911265"/>
            <a:ext cx="616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b="1" spc="-10" dirty="0">
                <a:latin typeface="Times New Roman" panose="02020603050405020304"/>
                <a:cs typeface="Times New Roman" panose="02020603050405020304"/>
              </a:rPr>
              <a:t>CSA0212</a:t>
            </a:r>
            <a:r>
              <a:rPr lang="en-US" sz="2000" spc="-10" dirty="0">
                <a:latin typeface="Times New Roman" panose="02020603050405020304"/>
                <a:cs typeface="Times New Roman" panose="02020603050405020304"/>
              </a:rPr>
              <a:t>- </a:t>
            </a:r>
            <a:r>
              <a:rPr lang="en-US" sz="2000" b="1" spc="-10" dirty="0">
                <a:latin typeface="Times New Roman" panose="02020603050405020304"/>
                <a:cs typeface="Times New Roman" panose="02020603050405020304"/>
              </a:rPr>
              <a:t>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FBC94546-F9C6-71D9-5F50-C2741A28F2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86" y="222181"/>
            <a:ext cx="1358970" cy="1219201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B04ED59F-CF4F-BF23-E73F-C9984754DB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0798" y="53121"/>
            <a:ext cx="1358970" cy="1388261"/>
          </a:xfrm>
          <a:prstGeom prst="rect">
            <a:avLst/>
          </a:prstGeom>
        </p:spPr>
      </p:pic>
      <p:pic>
        <p:nvPicPr>
          <p:cNvPr id="7" name="Picture 6" descr="This may contain: an empty square frame with a gold border on a white background, for text or image">
            <a:extLst>
              <a:ext uri="{FF2B5EF4-FFF2-40B4-BE49-F238E27FC236}">
                <a16:creationId xmlns:a16="http://schemas.microsoft.com/office/drawing/2014/main" id="{015283BB-C350-DC70-434A-19DFF0BFF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9" name="object 2">
            <a:extLst>
              <a:ext uri="{FF2B5EF4-FFF2-40B4-BE49-F238E27FC236}">
                <a16:creationId xmlns:a16="http://schemas.microsoft.com/office/drawing/2014/main" id="{127C8351-84B8-A06C-AB71-9BB61D91AB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744" y="747251"/>
            <a:ext cx="1358970" cy="1219201"/>
          </a:xfrm>
          <a:prstGeom prst="rect">
            <a:avLst/>
          </a:prstGeom>
        </p:spPr>
      </p:pic>
      <p:pic>
        <p:nvPicPr>
          <p:cNvPr id="11" name="object 3">
            <a:extLst>
              <a:ext uri="{FF2B5EF4-FFF2-40B4-BE49-F238E27FC236}">
                <a16:creationId xmlns:a16="http://schemas.microsoft.com/office/drawing/2014/main" id="{09AA22BC-62DD-8465-00E9-732BE1B7A3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340" y="747251"/>
            <a:ext cx="1358970" cy="13882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F94FDC-8B33-3D38-2038-98C5EE9DEA6B}"/>
              </a:ext>
            </a:extLst>
          </p:cNvPr>
          <p:cNvSpPr txBox="1"/>
          <p:nvPr/>
        </p:nvSpPr>
        <p:spPr>
          <a:xfrm>
            <a:off x="3972232" y="1219200"/>
            <a:ext cx="468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5F7EF-CA7D-D2E9-83A8-64D6F35C8035}"/>
              </a:ext>
            </a:extLst>
          </p:cNvPr>
          <p:cNvSpPr txBox="1"/>
          <p:nvPr/>
        </p:nvSpPr>
        <p:spPr>
          <a:xfrm>
            <a:off x="1355554" y="2432564"/>
            <a:ext cx="415181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Banking Ledger System is a software application developed using the C programming language to manage customer bank accounts efficiently. It records customer details, maintains account balances, performs banking transactions, and automatically calculates interest, reducing manual effort and improving accuracy.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550459-35FA-4E53-62CA-D48EDC89A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309" y="2432564"/>
            <a:ext cx="4554864" cy="303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92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s may contain: an empty square frame with a gold border on a white background, for text o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" y="25207"/>
            <a:ext cx="12191999" cy="6858000"/>
          </a:xfrm>
          <a:prstGeom prst="rect">
            <a:avLst/>
          </a:prstGeom>
        </p:spPr>
      </p:pic>
      <p:pic>
        <p:nvPicPr>
          <p:cNvPr id="3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80" y="694130"/>
            <a:ext cx="1358970" cy="1219201"/>
          </a:xfrm>
          <a:prstGeom prst="rect">
            <a:avLst/>
          </a:prstGeom>
        </p:spPr>
      </p:pic>
      <p:pic>
        <p:nvPicPr>
          <p:cNvPr id="4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75830" y="609599"/>
            <a:ext cx="1358970" cy="13882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27639" y="1205445"/>
            <a:ext cx="280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4203" y="2588005"/>
            <a:ext cx="52538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computerized banking ledger system.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customer account information securely.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deposit and withdrawal transactions.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 interest on account balances.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E35AD7-643D-C418-2227-3AAA970280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42" y="2593058"/>
            <a:ext cx="4542504" cy="332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2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an empty square frame with a gold border on a white background, for text o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" y="19456"/>
            <a:ext cx="12191999" cy="6858000"/>
          </a:xfrm>
          <a:prstGeom prst="rect">
            <a:avLst/>
          </a:prstGeom>
        </p:spPr>
      </p:pic>
      <p:pic>
        <p:nvPicPr>
          <p:cNvPr id="6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80" y="694130"/>
            <a:ext cx="1358970" cy="1219201"/>
          </a:xfrm>
          <a:prstGeom prst="rect">
            <a:avLst/>
          </a:prstGeom>
        </p:spPr>
      </p:pic>
      <p:pic>
        <p:nvPicPr>
          <p:cNvPr id="8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75830" y="609599"/>
            <a:ext cx="1358970" cy="13882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91925" y="949786"/>
            <a:ext cx="511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6CD55-613C-0840-257C-F678270FB52C}"/>
              </a:ext>
            </a:extLst>
          </p:cNvPr>
          <p:cNvSpPr txBox="1"/>
          <p:nvPr/>
        </p:nvSpPr>
        <p:spPr>
          <a:xfrm>
            <a:off x="771531" y="2122562"/>
            <a:ext cx="53722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banking records are time-consuming and prone to errors.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calculation is often inaccurate when done manually.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customer accounts and transactions efficiently is difficult.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C-based banking ledger system is needed for accurate and efficient account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C69A9-17C6-7C51-4599-88FAE1572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875" y="2380410"/>
            <a:ext cx="4775440" cy="3183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s may contain: an empty square frame with a gold border on a white background, for text o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27872" y="962536"/>
            <a:ext cx="403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73D80-5A5A-0C53-961A-9355C226FA16}"/>
              </a:ext>
            </a:extLst>
          </p:cNvPr>
          <p:cNvSpPr txBox="1"/>
          <p:nvPr/>
        </p:nvSpPr>
        <p:spPr>
          <a:xfrm>
            <a:off x="1130710" y="2045110"/>
            <a:ext cx="99895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Customer Account Management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customer accounts by storing personal details and initial account information.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Banking Transaction Processing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banking operations such as deposits, withdrawals, and balance inquiries while updating the ledger.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Automated Interest Calculation &amp; Report Generation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interest automatically based on the account balance and generate the updated account summary for the customer.</a:t>
            </a:r>
          </a:p>
        </p:txBody>
      </p:sp>
    </p:spTree>
    <p:extLst>
      <p:ext uri="{BB962C8B-B14F-4D97-AF65-F5344CB8AC3E}">
        <p14:creationId xmlns:p14="http://schemas.microsoft.com/office/powerpoint/2010/main" val="962861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s may contain: an empty square frame with a gold border on a white background, for text o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" y="19456"/>
            <a:ext cx="12191999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6086" y="472324"/>
            <a:ext cx="1358970" cy="1388261"/>
          </a:xfrm>
          <a:prstGeom prst="rect">
            <a:avLst/>
          </a:prstGeom>
        </p:spPr>
      </p:pic>
      <p:pic>
        <p:nvPicPr>
          <p:cNvPr id="4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774" y="574436"/>
            <a:ext cx="1358970" cy="1219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25694" y="768790"/>
            <a:ext cx="4212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32F36-2DEC-6D91-253E-236B59971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26" y="1639019"/>
            <a:ext cx="10955547" cy="452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0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s may contain: an empty square frame with a gold border on a white background, for text o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040" y="619104"/>
            <a:ext cx="1358970" cy="1219201"/>
          </a:xfrm>
          <a:prstGeom prst="rect">
            <a:avLst/>
          </a:prstGeom>
        </p:spPr>
      </p:pic>
      <p:pic>
        <p:nvPicPr>
          <p:cNvPr id="7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4870" y="619104"/>
            <a:ext cx="1358970" cy="13882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20290" y="1006258"/>
            <a:ext cx="77558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91C9A-D79D-C8DD-770B-990DE047BBD7}"/>
              </a:ext>
            </a:extLst>
          </p:cNvPr>
          <p:cNvSpPr txBox="1"/>
          <p:nvPr/>
        </p:nvSpPr>
        <p:spPr>
          <a:xfrm>
            <a:off x="1627518" y="2719270"/>
            <a:ext cx="8741434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Banking Ledger System simplifies banking operations by automating customer account management and interest calculation. The project demonstrates the practical application of C programming concepts such as structures, functions, file handling, and decision-making, making banking operations more efficient and reliable.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s may contain: two hands holding up a blank sig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12192000" cy="665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15360" y="2264678"/>
            <a:ext cx="4805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Bradley Hand ITC" panose="03070402050302030203" pitchFamily="66" charset="0"/>
              </a:rPr>
              <a:t>Thank </a:t>
            </a:r>
          </a:p>
          <a:p>
            <a:r>
              <a:rPr lang="en-IN" sz="7200" dirty="0">
                <a:latin typeface="Bradley Hand ITC" panose="03070402050302030203" pitchFamily="66" charset="0"/>
              </a:rPr>
              <a:t>            you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266" y="917757"/>
            <a:ext cx="7500467" cy="55935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2467" y="364067"/>
            <a:ext cx="44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  <a:r>
              <a:rPr lang="en-GB" dirty="0" smtClean="0"/>
              <a:t>eotag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059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264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Bradley Hand ITC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sudha srinivas9177</dc:creator>
  <cp:lastModifiedBy>Kannan</cp:lastModifiedBy>
  <cp:revision>16</cp:revision>
  <dcterms:created xsi:type="dcterms:W3CDTF">2026-06-22T17:55:00Z</dcterms:created>
  <dcterms:modified xsi:type="dcterms:W3CDTF">2026-08-03T08:51:54Z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93E9E2AE18C34F2B9638AF384ECF272D_13</vt:lpwstr>
  </property>
</Properties>
</file>